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3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4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13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7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3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35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2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5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472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82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98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3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6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8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87" r:id="rId1"/>
    <p:sldLayoutId id="2147484088" r:id="rId2"/>
    <p:sldLayoutId id="2147484089" r:id="rId3"/>
    <p:sldLayoutId id="2147484090" r:id="rId4"/>
    <p:sldLayoutId id="2147484091" r:id="rId5"/>
    <p:sldLayoutId id="2147484092" r:id="rId6"/>
    <p:sldLayoutId id="2147484093" r:id="rId7"/>
    <p:sldLayoutId id="2147484094" r:id="rId8"/>
    <p:sldLayoutId id="2147484095" r:id="rId9"/>
    <p:sldLayoutId id="2147484096" r:id="rId10"/>
    <p:sldLayoutId id="2147484097" r:id="rId11"/>
    <p:sldLayoutId id="2147484098" r:id="rId12"/>
    <p:sldLayoutId id="2147484099" r:id="rId13"/>
    <p:sldLayoutId id="2147484100" r:id="rId14"/>
    <p:sldLayoutId id="2147484101" r:id="rId15"/>
    <p:sldLayoutId id="2147484102" r:id="rId16"/>
    <p:sldLayoutId id="21474841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 Store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Problem:</a:t>
            </a:r>
          </a:p>
          <a:p>
            <a:r>
              <a:t>• Lack of clarity on sales, orders, and profitability across segments and states.</a:t>
            </a:r>
          </a:p>
          <a:p>
            <a:r>
              <a:t>• No unified dashboard for tracking product, region, and ship mode performance.</a:t>
            </a:r>
          </a:p>
          <a:p>
            <a:endParaRPr/>
          </a:p>
          <a:p>
            <a:r>
              <a:t>Objective:</a:t>
            </a:r>
          </a:p>
          <a:p>
            <a:r>
              <a:t>• Build an interactive Power BI dashboard that provides KPIs, trends, and insights.</a:t>
            </a:r>
          </a:p>
          <a:p>
            <a:r>
              <a:t>• Enable management to take data-driven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Data Sources:</a:t>
            </a:r>
          </a:p>
          <a:p>
            <a:r>
              <a:t>• Super Store Excel dataset</a:t>
            </a:r>
          </a:p>
          <a:p>
            <a:endParaRPr/>
          </a:p>
          <a:p>
            <a:r>
              <a:t>Dataset Structure:</a:t>
            </a:r>
          </a:p>
          <a:p>
            <a:r>
              <a:t>• Rows: ~10,000</a:t>
            </a:r>
          </a:p>
          <a:p>
            <a:r>
              <a:t>• Columns: ~20</a:t>
            </a:r>
          </a:p>
          <a:p>
            <a:r>
              <a:t>• Time Period: 2019–2021</a:t>
            </a:r>
          </a:p>
          <a:p>
            <a:endParaRPr/>
          </a:p>
          <a:p>
            <a:r>
              <a:t>Key Fields:</a:t>
            </a:r>
          </a:p>
          <a:p>
            <a:r>
              <a:t>• Sales, Profit, Orders, Ship Mode, Segment, Category,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Data Preparation (Power Query ETL)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Steps:</a:t>
            </a:r>
          </a:p>
          <a:p>
            <a:r>
              <a:t>• Removed duplicates and corrected data types</a:t>
            </a:r>
          </a:p>
          <a:p>
            <a:r>
              <a:t>• Cleaned text fields (State, Category, Segment)</a:t>
            </a:r>
          </a:p>
          <a:p>
            <a:r>
              <a:t>• Created calculated columns: Profit %, Ship Delay Category</a:t>
            </a:r>
          </a:p>
          <a:p>
            <a:r>
              <a:t>• Merged lookup tables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Fact Table:</a:t>
            </a:r>
          </a:p>
          <a:p>
            <a:r>
              <a:t>• Orders (Sales, Profit, Quantity)</a:t>
            </a:r>
          </a:p>
          <a:p>
            <a:endParaRPr/>
          </a:p>
          <a:p>
            <a:r>
              <a:t>Dimension Tables:</a:t>
            </a:r>
          </a:p>
          <a:p>
            <a:r>
              <a:t>• Customer</a:t>
            </a:r>
          </a:p>
          <a:p>
            <a:r>
              <a:t>• Product</a:t>
            </a:r>
          </a:p>
          <a:p>
            <a:r>
              <a:t>• Category/Sub-Category</a:t>
            </a:r>
          </a:p>
          <a:p>
            <a:r>
              <a:t>• State/Region</a:t>
            </a:r>
          </a:p>
          <a:p>
            <a:r>
              <a:t>• Date</a:t>
            </a:r>
          </a:p>
          <a:p>
            <a:endParaRPr/>
          </a:p>
          <a:p>
            <a:r>
              <a:t>Relationships support slicing by segment, region,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 Store Dashboard</a:t>
            </a:r>
          </a:p>
        </p:txBody>
      </p:sp>
      <p:pic>
        <p:nvPicPr>
          <p:cNvPr id="3" name="Picture 2" descr="Screenshot 2025-11-21 102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711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 Store Sales Forecast</a:t>
            </a:r>
          </a:p>
        </p:txBody>
      </p:sp>
      <p:pic>
        <p:nvPicPr>
          <p:cNvPr id="3" name="Picture 2" descr="Screenshot 2025-11-21 102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487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Total Sales: 1.6M; Orders: 22K; Profit: 175K</a:t>
            </a:r>
          </a:p>
          <a:p>
            <a:r>
              <a:t>• Consumer segment is the highest revenue contributor</a:t>
            </a:r>
          </a:p>
          <a:p>
            <a:r>
              <a:t>• Office Supplies is the top-performing category (0.64M)</a:t>
            </a:r>
          </a:p>
          <a:p>
            <a:r>
              <a:t>• Standard Shipping generates the largest sales volume</a:t>
            </a:r>
          </a:p>
          <a:p>
            <a:r>
              <a:t>• California, New York, and Texas lead in sales</a:t>
            </a:r>
          </a:p>
          <a:p>
            <a:r>
              <a:t>• Profitability fluctuates seasonally with spikes in Nov–Dec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Increase focus on high-profit segments like Technology</a:t>
            </a:r>
          </a:p>
          <a:p>
            <a:r>
              <a:t>• Offer faster delivery options in high-order states</a:t>
            </a:r>
          </a:p>
          <a:p>
            <a:r>
              <a:t>• Improve profitability for low-margin categories</a:t>
            </a:r>
          </a:p>
          <a:p>
            <a:r>
              <a:t>• Regional discounting strategies for weaker-performing states</a:t>
            </a:r>
          </a:p>
          <a:p>
            <a:r>
              <a:t>• Use sales forecasting to plan inventory and staffing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 real-time data feeds</a:t>
            </a:r>
          </a:p>
          <a:p>
            <a:r>
              <a:t>• Add predictive models for profit optimization</a:t>
            </a:r>
          </a:p>
          <a:p>
            <a:r>
              <a:t>• Apply customer segmentation using RFM analysis</a:t>
            </a:r>
          </a:p>
          <a:p>
            <a:r>
              <a:t>• Add mobile-friendly dashboard view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335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Super Store Sales Analysis</vt:lpstr>
      <vt:lpstr>Problem Statement &amp; Objective</vt:lpstr>
      <vt:lpstr>Data Overview</vt:lpstr>
      <vt:lpstr>Data Preparation (Power Query ETL)</vt:lpstr>
      <vt:lpstr>Data Model</vt:lpstr>
      <vt:lpstr>Super Store Dashboard</vt:lpstr>
      <vt:lpstr>Super Store Sales Forecast</vt:lpstr>
      <vt:lpstr>Key Insights</vt:lpstr>
      <vt:lpstr>Business Recommendations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Bhujbal</cp:lastModifiedBy>
  <cp:revision>4</cp:revision>
  <dcterms:created xsi:type="dcterms:W3CDTF">2013-01-27T09:14:16Z</dcterms:created>
  <dcterms:modified xsi:type="dcterms:W3CDTF">2025-12-10T15:38:29Z</dcterms:modified>
  <cp:category/>
</cp:coreProperties>
</file>